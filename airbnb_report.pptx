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5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airbnb image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005" y="659765"/>
            <a:ext cx="427101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2800">
                <a:latin typeface="Bookman Old Style" panose="02050604050505020204" charset="0"/>
                <a:cs typeface="Bookman Old Style" panose="02050604050505020204" charset="0"/>
              </a:rPr>
              <a:t>ABOUT THIS PROJECT</a:t>
            </a:r>
            <a:endParaRPr lang="en-GB" sz="2800"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005" y="1181735"/>
            <a:ext cx="7638415" cy="53632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lang="en-US" altLang="en-US" sz="1300" b="1">
                <a:solidFill>
                  <a:srgbClr val="FF0000"/>
                </a:solidFill>
                <a:latin typeface="Bookman Old Style" panose="02050604050505020204" charset="0"/>
                <a:cs typeface="Bookman Old Style" panose="02050604050505020204" charset="0"/>
              </a:rPr>
              <a:t>Project Overview</a:t>
            </a:r>
            <a:endParaRPr lang="en-US" altLang="en-US" sz="1300" b="1">
              <a:solidFill>
                <a:srgbClr val="FF000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Airbnb Open Data Analysis (100K+ records)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End-to-end Data Analytics Project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Workflow: Excel → SQL → Power BI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Focus on pricing, availability &amp; customer trends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solidFill>
                  <a:srgbClr val="FF0000"/>
                </a:solidFill>
                <a:latin typeface="Bookman Old Style" panose="02050604050505020204" charset="0"/>
                <a:cs typeface="Bookman Old Style" panose="02050604050505020204" charset="0"/>
              </a:rPr>
              <a:t> Objectives</a:t>
            </a:r>
            <a:endParaRPr lang="en-US" altLang="en-US" sz="1300">
              <a:solidFill>
                <a:srgbClr val="FF000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Clean and preprocess raw dataset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Analyze price variation by location &amp; room type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Identify demand &amp; availability patterns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Understand customer behavior (reviews &amp; ratings)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Build interactive dashboard for insights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GB" altLang="en-US" sz="1300">
                <a:solidFill>
                  <a:srgbClr val="FF0000"/>
                </a:solidFill>
                <a:latin typeface="Bookman Old Style" panose="02050604050505020204" charset="0"/>
                <a:cs typeface="Bookman Old Style" panose="02050604050505020204" charset="0"/>
              </a:rPr>
              <a:t> </a:t>
            </a:r>
            <a:r>
              <a:rPr lang="en-US" altLang="en-US" sz="1300">
                <a:solidFill>
                  <a:srgbClr val="FF0000"/>
                </a:solidFill>
                <a:latin typeface="Bookman Old Style" panose="02050604050505020204" charset="0"/>
                <a:cs typeface="Bookman Old Style" panose="02050604050505020204" charset="0"/>
              </a:rPr>
              <a:t>Dataset</a:t>
            </a:r>
            <a:endParaRPr lang="en-US" altLang="en-US" sz="1300">
              <a:solidFill>
                <a:srgbClr val="FF000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Source: Airbnb Open Data (Kaggle)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~102K+ records | 25 columns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solidFill>
                  <a:srgbClr val="FF0000"/>
                </a:solidFill>
                <a:latin typeface="Bookman Old Style" panose="02050604050505020204" charset="0"/>
                <a:cs typeface="Bookman Old Style" panose="02050604050505020204" charset="0"/>
              </a:rPr>
              <a:t>Key Features:</a:t>
            </a:r>
            <a:endParaRPr lang="en-US" altLang="en-US" sz="1300">
              <a:solidFill>
                <a:srgbClr val="FF000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Location (Neighbourhood, Country)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Pricing (Price, Service Fee)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Room Type &amp; Availability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Reviews &amp; Ratings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Host &amp; Listing Details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solidFill>
                  <a:srgbClr val="FF0000"/>
                </a:solidFill>
                <a:latin typeface="Bookman Old Style" panose="02050604050505020204" charset="0"/>
                <a:cs typeface="Bookman Old Style" panose="02050604050505020204" charset="0"/>
              </a:rPr>
              <a:t> Tools Used</a:t>
            </a:r>
            <a:endParaRPr lang="en-US" altLang="en-US" sz="1300">
              <a:solidFill>
                <a:srgbClr val="FF0000"/>
              </a:solidFill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Excel → Data Cleaning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SQL → Data Analysis &amp; Queries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  <a:p>
            <a:pPr algn="l"/>
            <a:r>
              <a:rPr lang="en-US" altLang="en-US" sz="1300">
                <a:latin typeface="Bookman Old Style" panose="02050604050505020204" charset="0"/>
                <a:cs typeface="Bookman Old Style" panose="02050604050505020204" charset="0"/>
              </a:rPr>
              <a:t>Power BI → Dashboard &amp; Visualization</a:t>
            </a:r>
            <a:endParaRPr lang="en-US" altLang="en-US" sz="1300"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83692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 sz="2800">
                <a:latin typeface="Bookman Old Style" panose="02050604050505020204" charset="0"/>
                <a:cs typeface="Bookman Old Style" panose="02050604050505020204" charset="0"/>
              </a:rPr>
              <a:t>EDA (Exploratory Data Analysis)</a:t>
            </a:r>
            <a:endParaRPr lang="en-US" altLang="en-US" sz="2800"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6038850" cy="36595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lang="en-GB" altLang="en-US" sz="2400">
                <a:latin typeface="Aparajita" panose="02020603050405020304" charset="0"/>
                <a:cs typeface="Aparajita" panose="02020603050405020304" charset="0"/>
              </a:rPr>
              <a:t>-</a:t>
            </a:r>
            <a:r>
              <a:rPr lang="en-US" altLang="en-US" sz="2400">
                <a:latin typeface="Aparajita" panose="02020603050405020304" charset="0"/>
                <a:cs typeface="Aparajita" panose="02020603050405020304" charset="0"/>
              </a:rPr>
              <a:t>Analyzed price distribution of listings</a:t>
            </a:r>
            <a:endParaRPr lang="en-US" altLang="en-US" sz="2400">
              <a:latin typeface="Aparajita" panose="02020603050405020304" charset="0"/>
              <a:cs typeface="Aparajita" panose="02020603050405020304" charset="0"/>
            </a:endParaRPr>
          </a:p>
          <a:p>
            <a:pPr algn="l"/>
            <a:r>
              <a:rPr lang="en-GB" altLang="en-US" sz="2400">
                <a:latin typeface="Aparajita" panose="02020603050405020304" charset="0"/>
                <a:cs typeface="Aparajita" panose="02020603050405020304" charset="0"/>
              </a:rPr>
              <a:t>-</a:t>
            </a:r>
            <a:r>
              <a:rPr lang="en-US" altLang="en-US" sz="2400">
                <a:latin typeface="Aparajita" panose="02020603050405020304" charset="0"/>
                <a:cs typeface="Aparajita" panose="02020603050405020304" charset="0"/>
              </a:rPr>
              <a:t>Compared room type availability (Entire home, Private, Shared)</a:t>
            </a:r>
            <a:endParaRPr lang="en-US" altLang="en-US" sz="2400">
              <a:latin typeface="Aparajita" panose="02020603050405020304" charset="0"/>
              <a:cs typeface="Aparajita" panose="02020603050405020304" charset="0"/>
            </a:endParaRPr>
          </a:p>
          <a:p>
            <a:pPr algn="l"/>
            <a:r>
              <a:rPr lang="en-GB" altLang="en-US" sz="2400">
                <a:latin typeface="Aparajita" panose="02020603050405020304" charset="0"/>
                <a:cs typeface="Aparajita" panose="02020603050405020304" charset="0"/>
              </a:rPr>
              <a:t>-</a:t>
            </a:r>
            <a:r>
              <a:rPr lang="en-US" altLang="en-US" sz="2400">
                <a:latin typeface="Aparajita" panose="02020603050405020304" charset="0"/>
                <a:cs typeface="Aparajita" panose="02020603050405020304" charset="0"/>
              </a:rPr>
              <a:t>Identified top locations with highest listings</a:t>
            </a:r>
            <a:endParaRPr lang="en-US" altLang="en-US" sz="2400">
              <a:latin typeface="Aparajita" panose="02020603050405020304" charset="0"/>
              <a:cs typeface="Aparajita" panose="02020603050405020304" charset="0"/>
            </a:endParaRPr>
          </a:p>
          <a:p>
            <a:pPr algn="l"/>
            <a:r>
              <a:rPr lang="en-GB" altLang="en-US" sz="2400">
                <a:latin typeface="Aparajita" panose="02020603050405020304" charset="0"/>
                <a:cs typeface="Aparajita" panose="02020603050405020304" charset="0"/>
              </a:rPr>
              <a:t>-</a:t>
            </a:r>
            <a:r>
              <a:rPr lang="en-US" altLang="en-US" sz="2400">
                <a:latin typeface="Aparajita" panose="02020603050405020304" charset="0"/>
                <a:cs typeface="Aparajita" panose="02020603050405020304" charset="0"/>
              </a:rPr>
              <a:t>Explored availability patterns (365 days)</a:t>
            </a:r>
            <a:endParaRPr lang="en-US" altLang="en-US" sz="2400">
              <a:latin typeface="Aparajita" panose="02020603050405020304" charset="0"/>
              <a:cs typeface="Aparajita" panose="02020603050405020304" charset="0"/>
            </a:endParaRPr>
          </a:p>
          <a:p>
            <a:pPr algn="l"/>
            <a:r>
              <a:rPr lang="en-GB" altLang="en-US" sz="2400">
                <a:latin typeface="Aparajita" panose="02020603050405020304" charset="0"/>
                <a:cs typeface="Aparajita" panose="02020603050405020304" charset="0"/>
              </a:rPr>
              <a:t>-</a:t>
            </a:r>
            <a:r>
              <a:rPr lang="en-US" altLang="en-US" sz="2400">
                <a:latin typeface="Aparajita" panose="02020603050405020304" charset="0"/>
                <a:cs typeface="Aparajita" panose="02020603050405020304" charset="0"/>
              </a:rPr>
              <a:t>Studied customer engagement using reviews data</a:t>
            </a:r>
            <a:endParaRPr lang="en-US" altLang="en-US" sz="2400">
              <a:latin typeface="Aparajita" panose="02020603050405020304" charset="0"/>
              <a:cs typeface="Aparajita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8960"/>
            <a:ext cx="8229600" cy="7258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200">
                <a:latin typeface="Bookman Old Style" panose="02050604050505020204" charset="0"/>
                <a:cs typeface="Bookman Old Style" panose="02050604050505020204" charset="0"/>
              </a:rPr>
              <a:t>SQL Analysis</a:t>
            </a:r>
            <a:endParaRPr sz="3200"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50645"/>
            <a:ext cx="7913370" cy="83216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SQL Analysis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Performed pricing analysis (min, max, avg)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Identified expensive locations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Compared room types and pricing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Analyzed demand using reviews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Categorized listings based on availability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8960"/>
            <a:ext cx="8229600" cy="7258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lang="en-GB" sz="3200">
                <a:latin typeface="Bookman Old Style" panose="02050604050505020204" charset="0"/>
                <a:cs typeface="Bookman Old Style" panose="02050604050505020204" charset="0"/>
              </a:rPr>
              <a:t>Power BI</a:t>
            </a:r>
            <a:r>
              <a:rPr sz="3200">
                <a:latin typeface="Bookman Old Style" panose="02050604050505020204" charset="0"/>
                <a:cs typeface="Bookman Old Style" panose="02050604050505020204" charset="0"/>
              </a:rPr>
              <a:t> </a:t>
            </a:r>
            <a:r>
              <a:rPr lang="en-GB" sz="3200">
                <a:latin typeface="Bookman Old Style" panose="02050604050505020204" charset="0"/>
                <a:cs typeface="Bookman Old Style" panose="02050604050505020204" charset="0"/>
              </a:rPr>
              <a:t>Visuals</a:t>
            </a:r>
            <a:endParaRPr lang="en-GB" sz="3200"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50645"/>
            <a:ext cx="7913370" cy="83216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Developed interactive Airbnb dashboard using Power BI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Visualized price trends across neighbourhoods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Analyzed room type distribution and listings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Identified top hosts based on reviews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Explored monthly review trends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Categorized listings by availability status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Bookman Old Style" panose="02050604050505020204" charset="0"/>
                <a:cs typeface="Bookman Old Style" panose="02050604050505020204" charset="0"/>
              </a:rPr>
              <a:t>Added filters (Neighbourhood Group, Room Type) for interaction</a:t>
            </a:r>
            <a:endParaRPr lang="en-US" altLang="en-US" sz="2000"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9740" y="638175"/>
            <a:ext cx="209613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Bookman Old Style" panose="02050604050505020204" charset="0"/>
                <a:cs typeface="Bookman Old Style" panose="02050604050505020204" charset="0"/>
              </a:rPr>
              <a:t>Dashboard</a:t>
            </a:r>
            <a:endParaRPr sz="2800">
              <a:latin typeface="Bookman Old Style" panose="02050604050505020204" charset="0"/>
              <a:cs typeface="Bookman Old Style" panose="02050604050505020204" charset="0"/>
            </a:endParaRPr>
          </a:p>
        </p:txBody>
      </p:sp>
      <p:pic>
        <p:nvPicPr>
          <p:cNvPr id="7" name="Picture 6" descr="AIRBNB DAS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9045"/>
            <a:ext cx="9111615" cy="52241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777365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latin typeface="Bookman Old Style" panose="02050604050505020204" charset="0"/>
                <a:cs typeface="Bookman Old Style" panose="02050604050505020204" charset="0"/>
              </a:rPr>
              <a:t>Insights</a:t>
            </a:r>
            <a:endParaRPr sz="3200"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3220" y="1645920"/>
            <a:ext cx="8218805" cy="27997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Manhattan &amp; Brooklyn have highest listings and demand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Prices vary significantly based on location and neighbourhood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Entire homes/apartments are more expensive than other room types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Few hosts generate high number of reviews (high engagement)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Listings show seasonal trends in reviews and bookings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Availability varies → indicates supply-demand imbalance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24180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latin typeface="Bookman Old Style" panose="02050604050505020204" charset="0"/>
                <a:cs typeface="Bookman Old Style" panose="02050604050505020204" charset="0"/>
              </a:rPr>
              <a:t>Conclusion</a:t>
            </a:r>
            <a:endParaRPr sz="3200">
              <a:latin typeface="Bookman Old Style" panose="02050604050505020204" charset="0"/>
              <a:cs typeface="Bookman Old Style" panose="020506040505050202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927975" cy="1476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Successfully analyzed Airbnb dataset using Excel, SQL &amp; Power BI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Identified key factors affecting price, demand, and availability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Built interactive dashboard for data visualization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Derived insights useful for hosts and customers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>
                <a:latin typeface="Bookman Old Style" panose="02050604050505020204" charset="0"/>
                <a:cs typeface="Bookman Old Style" panose="02050604050505020204" charset="0"/>
              </a:rPr>
              <a:t>Project demonstrates end-to-end data analytics workflow</a:t>
            </a:r>
            <a:endParaRPr lang="en-US" altLang="en-US">
              <a:latin typeface="Bookman Old Style" panose="02050604050505020204" charset="0"/>
              <a:cs typeface="Bookman Old Style" panose="02050604050505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WPS Presentation</Application>
  <PresentationFormat>On-screen Show (4:3)</PresentationFormat>
  <Paragraphs>76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Bookman Old Style</vt:lpstr>
      <vt:lpstr>Bahnschrift Light Condensed</vt:lpstr>
      <vt:lpstr>Bahnschrift Light SemiCondensed</vt:lpstr>
      <vt:lpstr>Bahnschrift SemiBold Condensed</vt:lpstr>
      <vt:lpstr>Bahnschrift SemiBold</vt:lpstr>
      <vt:lpstr>Aparajita</vt:lpstr>
      <vt:lpstr>Bahnschrift SemiBold SemiCondensed</vt:lpstr>
      <vt:lpstr>Candara Light</vt:lpstr>
      <vt:lpstr>Cascadia Code</vt:lpstr>
      <vt:lpstr>Cascadia Code SemiBold</vt:lpstr>
      <vt:lpstr>Franklin Gothic Medium</vt:lpstr>
      <vt:lpstr>Georgia</vt:lpstr>
      <vt:lpstr>Bahnschrift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Anushka Agrawal</cp:lastModifiedBy>
  <cp:revision>2</cp:revision>
  <dcterms:created xsi:type="dcterms:W3CDTF">2013-01-27T09:14:00Z</dcterms:created>
  <dcterms:modified xsi:type="dcterms:W3CDTF">2026-04-21T10:41:00Z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F9D8DE34A0A24F80BF0CCEBA47D742A3_13</vt:lpwstr>
  </property>
  <property fmtid="{D5CDD505-2E9C-101B-9397-08002B2CF9AE}" pid="3" name="KSOProductBuildVer">
    <vt:lpwstr>1033-12.1.0.25242</vt:lpwstr>
  </property>
</Properties>
</file>